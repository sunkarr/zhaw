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5"/>
    <p:restoredTop sz="94663"/>
  </p:normalViewPr>
  <p:slideViewPr>
    <p:cSldViewPr snapToGrid="0">
      <p:cViewPr varScale="1">
        <p:scale>
          <a:sx n="117" d="100"/>
          <a:sy n="117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D169-6356-4ACD-0B54-5CAF459E5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A71A4-6F98-5F79-67F3-7C54074BE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C1FB1-09FB-C3BB-726A-88A99444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7CC57-0667-A8C3-C37E-8AFE29F0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FA691-B713-37A0-6C9B-841E7FBA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99F1-A8E0-63C4-F59E-0374AA01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A859-4428-B354-B199-482E8876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58348-6C07-399A-9780-693082DD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66F8-CC56-ED2D-C727-D56C0118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13DE4-F4CE-7DE8-FF4D-01DD538A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D43C-D1F9-C4C8-7B7C-1E9D05A1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E780C-2F58-A682-A787-F13E1524C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CE5E-4587-5721-314B-21505B4B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B7A6-59B8-CDD9-7DD0-0DBAFDB8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9BE51-1CE5-1980-25E6-AEB1BBA4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4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02EF-B223-324B-1382-D7E1DA27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12D4-02A6-26DB-9EE8-C4B02A982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1F477-C0A7-1A63-A433-F153F90D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544DD-F77C-5C35-441D-C6B0CB84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8D48B-010B-66FF-C9EA-BDC65C77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45A17-E79D-535F-D2CD-9236A139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1F51-FCBC-B139-4069-BEB3105C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160A-1CA7-D4E0-D159-67AD99B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0884F-BF66-ADCB-6D8C-5465A983F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C69EC-5CA9-ED99-76C9-6BD440322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CD22B-D723-DCB7-3BEF-EB1A62C32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77C12-7CDA-3633-8180-DA794409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5BE30-2E60-3AC1-524A-B972C2D8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65B27-21C8-FD85-3315-F1F4EBDB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8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D481-930C-7F8E-79B4-AB317040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E9B54-9C4E-CD44-0224-3867C143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C55FB-C3E4-4DCE-8094-5408983B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0A982-A6BC-07B9-53AB-083EBBF4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9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C655-5255-A7C3-C50B-57EB9D96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E0948-D085-AEDF-C5CA-3FD84347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E2833-49F7-5F20-565A-E9983A4E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1609-1F37-38B4-E1F1-8A6CAC97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085C-5186-3276-97A0-4C8772603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9E382-EF56-C987-FEA8-2BF41A660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0CD8-B6C5-1A9E-CBC7-F39B32CE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6AC31-10EC-E0B9-43F2-C8C96173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38F1F-4681-B0BC-7083-D8DF8DDF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4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2E8F-D068-C6D9-62F3-585143B3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A7ADA-61ED-C3B3-AF17-598E14BBC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EBD03-9530-7757-0D68-D3341DA74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44FD-2EE0-9E4F-BF6D-01B333E4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76C87-436A-37CE-7CF8-8C7ECF14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1F101-1119-FC7C-2793-4C694722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1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CE84-4BE2-F4BE-A86F-526020C3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32FCD-4749-BEB6-37FD-574729503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F7A86-4A71-7D8E-72A0-754B2237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8FC22-1EA4-36B0-4833-D8E420E2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AABDF-8323-8E42-60CB-9171DA35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1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C1AF3-CA36-2F18-D8D5-692BF8826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CF5E7-5813-557C-C3B7-6AA640FC3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DE96-EFB0-9A20-0849-66F7E5CC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0068-645A-21BA-6D96-63C6B5A1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1C647-6659-31CA-6A4B-23E8E094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931E7-B472-9711-A1E4-115553E2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841EA-F7BF-10F7-F695-83671720C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8604-42FD-70C2-A43D-01672997D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93A74-AB32-FF4D-8960-4FECD5493BD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206FB-5A90-0727-91E2-C20E95CF5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6C80C-0FF5-2C72-0583-FAACA98C2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EFEE7-F205-654B-B675-30DCE905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Rosenbrock_func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1DB3-5B8E-F9BC-A1B7-02045683A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Präsentation</a:t>
            </a:r>
            <a:r>
              <a:rPr lang="en-US" dirty="0"/>
              <a:t> Aufgabe 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A8EF0-4B24-5AB3-E1EE-868309C610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Jonas Bratschi</a:t>
            </a:r>
          </a:p>
        </p:txBody>
      </p:sp>
    </p:spTree>
    <p:extLst>
      <p:ext uri="{BB962C8B-B14F-4D97-AF65-F5344CB8AC3E}">
        <p14:creationId xmlns:p14="http://schemas.microsoft.com/office/powerpoint/2010/main" val="3616651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1FA2-B524-B50B-B647-6FEACAD1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Gesucht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das Minimum </a:t>
            </a:r>
            <a:r>
              <a:rPr lang="en-US" dirty="0" err="1"/>
              <a:t>dieser</a:t>
            </a:r>
            <a:r>
              <a:rPr lang="en-US" dirty="0"/>
              <a:t> </a:t>
            </a:r>
            <a:r>
              <a:rPr lang="en-US" dirty="0" err="1"/>
              <a:t>Funktion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323EE-1FAB-2996-E2CC-D3DFCE8D2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Rosenbrockfunktion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Parameter a=1, b=100</a:t>
            </a:r>
          </a:p>
          <a:p>
            <a:r>
              <a:rPr lang="en-US" dirty="0">
                <a:effectLst/>
              </a:rPr>
              <a:t>Die Rosenbrock-</a:t>
            </a:r>
            <a:r>
              <a:rPr lang="en-US" dirty="0" err="1">
                <a:effectLst/>
              </a:rPr>
              <a:t>Funktion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mathematische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Funktion</a:t>
            </a:r>
            <a:r>
              <a:rPr lang="en-US" dirty="0">
                <a:effectLst/>
              </a:rPr>
              <a:t>, die 1960 von Howard H. Rosenbrock </a:t>
            </a:r>
            <a:r>
              <a:rPr lang="en-US" dirty="0" err="1">
                <a:effectLst/>
              </a:rPr>
              <a:t>eingeführt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wurde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Dient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als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Testproblem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zur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Bewertung</a:t>
            </a:r>
            <a:r>
              <a:rPr lang="en-US" dirty="0">
                <a:effectLst/>
              </a:rPr>
              <a:t> der </a:t>
            </a:r>
            <a:r>
              <a:rPr lang="en-US" dirty="0" err="1">
                <a:effectLst/>
              </a:rPr>
              <a:t>Leistung</a:t>
            </a:r>
            <a:r>
              <a:rPr lang="en-US" dirty="0">
                <a:effectLst/>
              </a:rPr>
              <a:t> von </a:t>
            </a:r>
            <a:r>
              <a:rPr lang="en-US" dirty="0" err="1">
                <a:effectLst/>
              </a:rPr>
              <a:t>Optimierungsalgorithmen</a:t>
            </a:r>
            <a:r>
              <a:rPr lang="en-US" dirty="0">
                <a:effectLst/>
              </a:rPr>
              <a:t> und </a:t>
            </a:r>
            <a:r>
              <a:rPr lang="en-US" dirty="0" err="1">
                <a:effectLst/>
              </a:rPr>
              <a:t>wird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auch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als</a:t>
            </a:r>
            <a:r>
              <a:rPr lang="en-US" dirty="0">
                <a:effectLst/>
              </a:rPr>
              <a:t> Rosenbrock-Tal </a:t>
            </a:r>
            <a:r>
              <a:rPr lang="en-US" dirty="0" err="1">
                <a:effectLst/>
              </a:rPr>
              <a:t>oder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Bananenfunktion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bezeichnet</a:t>
            </a:r>
            <a:r>
              <a:rPr lang="en-US" dirty="0">
                <a:effectLst/>
              </a:rPr>
              <a:t>. [1]</a:t>
            </a:r>
          </a:p>
          <a:p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[1] Wikipedia, </a:t>
            </a:r>
            <a:r>
              <a:rPr lang="en-US" sz="1800" i="1" dirty="0"/>
              <a:t>Rosenbrock function</a:t>
            </a:r>
            <a:r>
              <a:rPr lang="en-US" sz="1800" dirty="0"/>
              <a:t>. </a:t>
            </a:r>
            <a:r>
              <a:rPr lang="en-US" sz="1800" dirty="0" err="1"/>
              <a:t>Verfügbar</a:t>
            </a:r>
            <a:r>
              <a:rPr lang="en-US" sz="1800" dirty="0"/>
              <a:t> </a:t>
            </a:r>
            <a:r>
              <a:rPr lang="en-US" sz="1800" dirty="0" err="1"/>
              <a:t>unter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https://en.wikipedia.org/wiki/Rosenbrock_function</a:t>
            </a:r>
            <a:r>
              <a:rPr lang="en-US" sz="1800" dirty="0"/>
              <a:t>. [</a:t>
            </a:r>
            <a:r>
              <a:rPr lang="en-US" sz="1800" dirty="0" err="1"/>
              <a:t>Zugriff</a:t>
            </a:r>
            <a:r>
              <a:rPr lang="en-US" sz="1800" dirty="0"/>
              <a:t> am: </a:t>
            </a:r>
            <a:r>
              <a:rPr lang="en-US" sz="1800" i="1" dirty="0"/>
              <a:t>29.03.2025</a:t>
            </a:r>
            <a:r>
              <a:rPr lang="en-US" sz="1800" dirty="0"/>
              <a:t>].</a:t>
            </a:r>
            <a:endParaRPr lang="en-US" sz="1800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C2439-1BBD-5AF1-D5C0-FCABAACB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31"/>
          <a:stretch/>
        </p:blipFill>
        <p:spPr>
          <a:xfrm>
            <a:off x="838200" y="1825625"/>
            <a:ext cx="80148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5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4EA7-41D4-D664-6BD4-E78A708E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23822-07BA-738C-FAA0-1DD3DE4C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C49A5-79FC-A2BE-455E-B4CF9313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6125"/>
            <a:ext cx="10512387" cy="2825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49C18-2DAD-F810-8565-0F40BAAFA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31"/>
          <a:stretch/>
        </p:blipFill>
        <p:spPr>
          <a:xfrm>
            <a:off x="838200" y="1825625"/>
            <a:ext cx="80148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2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B7FB-F802-97AA-6425-56ACFB84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F2E2-800D-8858-551F-B057BDC8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13130-97B3-8B01-0ED1-6A6CE203D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ECDB3-AB2C-CCD3-6F7C-66389D943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31"/>
          <a:stretch/>
        </p:blipFill>
        <p:spPr>
          <a:xfrm>
            <a:off x="6755787" y="1510304"/>
            <a:ext cx="4153951" cy="687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AC6ED6-3BA1-27EC-D4FB-271DB5AD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503567" cy="4689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D5C74E-B282-54CD-F9AA-836370518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767" y="2178195"/>
            <a:ext cx="5415174" cy="420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0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1D3D-00E8-8833-893E-3D2E5704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7433-C818-38BC-4D35-261DC945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a)</a:t>
            </a:r>
          </a:p>
        </p:txBody>
      </p:sp>
      <p:pic>
        <p:nvPicPr>
          <p:cNvPr id="11" name="Screen Recording 2025-03-29 at 11.35.01">
            <a:hlinkClick r:id="" action="ppaction://media"/>
            <a:extLst>
              <a:ext uri="{FF2B5EF4-FFF2-40B4-BE49-F238E27FC236}">
                <a16:creationId xmlns:a16="http://schemas.microsoft.com/office/drawing/2014/main" id="{E813F0DD-E15A-9BE6-9EB3-9281D167270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9917" y="2178195"/>
            <a:ext cx="5717807" cy="409097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65AAC0-88B9-CE69-2CEC-202F1C1AA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767" y="2178195"/>
            <a:ext cx="5415174" cy="420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1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1D3D-00E8-8833-893E-3D2E5704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7433-C818-38BC-4D35-261DC945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b)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84A1A-7F1B-B2B9-2C25-D8B5B3FA9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26B67-51FE-9C00-D54C-1A23E20F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01977"/>
            <a:ext cx="10204081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262BDD-4A90-98F4-728D-B829D1A3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7" y="3072470"/>
            <a:ext cx="3907223" cy="324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A29E8-3A28-AD02-397B-326A9E795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782" y="3156334"/>
            <a:ext cx="6107732" cy="21251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DED338-E48C-0E11-A5F2-A11DD3EBA1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31"/>
          <a:stretch/>
        </p:blipFill>
        <p:spPr>
          <a:xfrm>
            <a:off x="6707963" y="586601"/>
            <a:ext cx="4153951" cy="68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7FA2-0F4B-F7DF-6417-E2474DE8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D5ED-7269-91DE-CF44-A65B6900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b)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7743AF-211A-9ECC-AD3A-56C2F2AB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A8E5DE-7B17-B089-8325-9828080D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8290034" cy="2582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B0387A-133C-B3FB-5C54-BFFD98572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42972"/>
            <a:ext cx="10540213" cy="89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7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7C40-7441-3CEF-ACAC-AAD7ED265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2880-D228-E465-64ED-281812A0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b)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AA6843-F292-E841-F922-BF35A683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4341B-31BB-C3D9-643C-2B549139B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7049"/>
            <a:ext cx="6666186" cy="442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55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AF68-F42D-9EA4-B4A8-EF300333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3943-9330-C9EB-480B-16134D38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Teilaufgabe</a:t>
            </a:r>
            <a:r>
              <a:rPr lang="en-US" dirty="0"/>
              <a:t> b)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3E722E-1E49-04D1-EA6B-F87735FE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701EA-6F66-7A31-4D39-E7730B18B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605391" cy="2828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D00FBC-C368-3243-1681-91DABC55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27272"/>
            <a:ext cx="2080098" cy="1177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50A1E-6F96-6F88-4BC5-17A478EE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085" y="1690688"/>
            <a:ext cx="6038500" cy="468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2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5594-579D-D0D0-418C-EA26A26B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F92F-202E-0C9D-9710-62352467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Validierung</a:t>
            </a:r>
            <a:r>
              <a:rPr lang="en-US" dirty="0"/>
              <a:t> </a:t>
            </a:r>
            <a:r>
              <a:rPr lang="en-US" dirty="0" err="1"/>
              <a:t>Resultat</a:t>
            </a:r>
            <a:br>
              <a:rPr lang="en-US" dirty="0"/>
            </a:br>
            <a:r>
              <a:rPr lang="en-US" sz="2400" dirty="0"/>
              <a:t>Minimum </a:t>
            </a:r>
            <a:r>
              <a:rPr lang="en-US" sz="2400" dirty="0" err="1"/>
              <a:t>bei</a:t>
            </a:r>
            <a:r>
              <a:rPr lang="en-US" sz="2400" dirty="0"/>
              <a:t> x = 1, y = 1 =&gt; f(1, 1) = 0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2D2064-6AF2-75C0-E6EE-66AE6FD5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 die </a:t>
            </a:r>
            <a:r>
              <a:rPr lang="en-US" dirty="0" err="1"/>
              <a:t>Funktion</a:t>
            </a:r>
            <a:r>
              <a:rPr lang="en-US" dirty="0"/>
              <a:t> alle Parameter </a:t>
            </a:r>
            <a:r>
              <a:rPr lang="en-US" dirty="0" err="1"/>
              <a:t>quadriert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es </a:t>
            </a:r>
            <a:r>
              <a:rPr lang="en-US" dirty="0" err="1"/>
              <a:t>keine</a:t>
            </a:r>
            <a:r>
              <a:rPr lang="en-US" dirty="0"/>
              <a:t> negative </a:t>
            </a:r>
            <a:r>
              <a:rPr lang="en-US" dirty="0" err="1"/>
              <a:t>Werte</a:t>
            </a:r>
            <a:r>
              <a:rPr lang="en-US" dirty="0"/>
              <a:t> </a:t>
            </a:r>
            <a:r>
              <a:rPr lang="en-US" dirty="0" err="1"/>
              <a:t>geben</a:t>
            </a:r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Funktion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minimal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beide</a:t>
            </a:r>
            <a:r>
              <a:rPr lang="en-US" dirty="0"/>
              <a:t> </a:t>
            </a:r>
            <a:r>
              <a:rPr lang="en-US" dirty="0" err="1"/>
              <a:t>Klammern</a:t>
            </a:r>
            <a:r>
              <a:rPr lang="en-US" dirty="0"/>
              <a:t> = 0 </a:t>
            </a:r>
            <a:r>
              <a:rPr lang="en-US" dirty="0" err="1"/>
              <a:t>sind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Grafische</a:t>
            </a:r>
            <a:r>
              <a:rPr lang="en-US" dirty="0"/>
              <a:t> </a:t>
            </a:r>
            <a:r>
              <a:rPr lang="en-US" dirty="0" err="1"/>
              <a:t>kontrolle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2B011-2406-7B4A-2504-E6E24B18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31"/>
          <a:stretch/>
        </p:blipFill>
        <p:spPr>
          <a:xfrm>
            <a:off x="6096000" y="681037"/>
            <a:ext cx="4411133" cy="72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770CD5-CDEA-AC09-AA00-88D77B635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582" y="3266017"/>
            <a:ext cx="3302563" cy="14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8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156</Words>
  <Application>Microsoft Macintosh PowerPoint</Application>
  <PresentationFormat>Widescreen</PresentationFormat>
  <Paragraphs>24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Präsentation Aufgabe 22</vt:lpstr>
      <vt:lpstr>Gesucht ist das Minimum dieser Funktion</vt:lpstr>
      <vt:lpstr>Teilaufgabe a)</vt:lpstr>
      <vt:lpstr>Teilaufgabe a)</vt:lpstr>
      <vt:lpstr>Teilaufgabe a)</vt:lpstr>
      <vt:lpstr>Teilaufgabe b)</vt:lpstr>
      <vt:lpstr>Teilaufgabe b)</vt:lpstr>
      <vt:lpstr>Teilaufgabe b)</vt:lpstr>
      <vt:lpstr>Teilaufgabe b)</vt:lpstr>
      <vt:lpstr>Validierung Resultat Minimum bei x = 1, y = 1 =&gt; f(1, 1) = 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Bratschi</dc:creator>
  <cp:lastModifiedBy>Jonas Bratschi</cp:lastModifiedBy>
  <cp:revision>3</cp:revision>
  <dcterms:created xsi:type="dcterms:W3CDTF">2025-03-29T10:25:27Z</dcterms:created>
  <dcterms:modified xsi:type="dcterms:W3CDTF">2025-03-31T12:30:39Z</dcterms:modified>
</cp:coreProperties>
</file>